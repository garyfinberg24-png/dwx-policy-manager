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Quality Management System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Digital — DWx Policy Manager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Quality Management System</a:t>
            </a:r>
          </a:p>
          <a:p>
            <a:pPr lvl="0" indent="0" marL="0">
              <a:buNone/>
            </a:pPr>
            <a:r>
              <a:rPr/>
              <a:t>First Digital — ISO 9001:2015 Certified</a:t>
            </a:r>
          </a:p>
          <a:p>
            <a:pPr lvl="0" indent="0" marL="0">
              <a:buNone/>
            </a:pPr>
            <a:r>
              <a:rPr/>
              <a:t>Our Quality Management System (QMS) provides the framework for consistently delivering products and services that meet client expectations and regulatory requirements.</a:t>
            </a:r>
          </a:p>
          <a:p>
            <a:pPr lvl="0" indent="0" marL="0">
              <a:buNone/>
            </a:pPr>
            <a:r>
              <a:rPr b="1"/>
              <a:t>Quality Policy:</a:t>
            </a:r>
            <a:r>
              <a:rPr/>
              <a:t> First Digital is committed to delivering digital workplace solutions that exceed client expectations through continuous improvement, innovation, and a culture of quality in everything we do.</a:t>
            </a:r>
          </a:p>
          <a:p>
            <a:pPr lvl="0" indent="0" marL="0">
              <a:buNone/>
            </a:pPr>
            <a:r>
              <a:rPr/>
              <a:t>1 / 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PDCA Cycle — Continuous Improvement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Plan</a:t>
            </a:r>
          </a:p>
          <a:p>
            <a:pPr lvl="0"/>
            <a:r>
              <a:rPr/>
              <a:t>Define objectives and KPIs</a:t>
            </a:r>
          </a:p>
          <a:p>
            <a:pPr lvl="0"/>
            <a:r>
              <a:rPr/>
              <a:t>Identify risks and opportunities</a:t>
            </a:r>
          </a:p>
          <a:p>
            <a:pPr lvl="0"/>
            <a:r>
              <a:rPr/>
              <a:t>Allocate resources and responsibilities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</a:t>
            </a:r>
          </a:p>
          <a:p>
            <a:pPr lvl="0"/>
            <a:r>
              <a:rPr/>
              <a:t>Execute planned activities</a:t>
            </a:r>
          </a:p>
          <a:p>
            <a:pPr lvl="0"/>
            <a:r>
              <a:rPr/>
              <a:t>Follow documented procedures</a:t>
            </a:r>
          </a:p>
          <a:p>
            <a:pPr lvl="0"/>
            <a:r>
              <a:rPr/>
              <a:t>Collect data and evidence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Check</a:t>
            </a:r>
          </a:p>
          <a:p>
            <a:pPr lvl="0"/>
            <a:r>
              <a:rPr/>
              <a:t>Monitor and measure results</a:t>
            </a:r>
          </a:p>
          <a:p>
            <a:pPr lvl="0"/>
            <a:r>
              <a:rPr/>
              <a:t>Internal audits and management reviews</a:t>
            </a:r>
          </a:p>
          <a:p>
            <a:pPr lvl="0"/>
            <a:r>
              <a:rPr/>
              <a:t>Analyse data for trends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</a:t>
            </a:r>
          </a:p>
          <a:p>
            <a:pPr lvl="0"/>
            <a:r>
              <a:rPr/>
              <a:t>Implement corrective actions</a:t>
            </a:r>
          </a:p>
          <a:p>
            <a:pPr lvl="0"/>
            <a:r>
              <a:rPr/>
              <a:t>Update processes and procedures</a:t>
            </a:r>
          </a:p>
          <a:p>
            <a:pPr lvl="0"/>
            <a:r>
              <a:rPr/>
              <a:t>Share lessons learned</a:t>
            </a:r>
          </a:p>
          <a:p>
            <a:pPr lvl="0" indent="0" marL="0">
              <a:buNone/>
            </a:pPr>
            <a:r>
              <a:rPr/>
              <a:t>2 / 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Quality Objectives 2026</a:t>
            </a:r>
          </a:p>
          <a:p>
            <a:pPr lvl="0"/>
            <a:r>
              <a:rPr/>
              <a:t>Client satisfaction score: maintain 4.5/5.0 or above</a:t>
            </a:r>
          </a:p>
          <a:p>
            <a:pPr lvl="0"/>
            <a:r>
              <a:rPr/>
              <a:t>Project delivery on-time rate: achieve 92% (up from 88%)</a:t>
            </a:r>
          </a:p>
          <a:p>
            <a:pPr lvl="0"/>
            <a:r>
              <a:rPr/>
              <a:t>Defect escape rate: reduce by 20% year-on-year</a:t>
            </a:r>
          </a:p>
          <a:p>
            <a:pPr lvl="0"/>
            <a:r>
              <a:rPr/>
              <a:t>Internal audit non-conformities: zero critical findings</a:t>
            </a:r>
          </a:p>
          <a:p>
            <a:pPr lvl="0"/>
            <a:r>
              <a:rPr/>
              <a:t>Employee quality training completion: 100% within 30 days</a:t>
            </a:r>
          </a:p>
          <a:p>
            <a:pPr lvl="0"/>
            <a:r>
              <a:rPr/>
              <a:t>Supplier quality incidents: fewer than 3 per quarter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Measurement</a:t>
            </a:r>
          </a:p>
          <a:p>
            <a:pPr lvl="0" indent="0" marL="0">
              <a:buNone/>
            </a:pPr>
            <a:r>
              <a:rPr/>
              <a:t>Quality metrics are tracked in real-time through the DWx Analytics Dashboard and reviewed monthly by the Quality Steering Committee.</a:t>
            </a:r>
          </a:p>
          <a:p>
            <a:pPr lvl="0" indent="0" marL="0">
              <a:buNone/>
            </a:pPr>
            <a:r>
              <a:rPr/>
              <a:t>3 / 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Role in Quality</a:t>
            </a:r>
          </a:p>
          <a:p>
            <a:pPr lvl="0" indent="0" marL="0">
              <a:buNone/>
            </a:pPr>
            <a:r>
              <a:rPr/>
              <a:t>Quality is everyone's responsibility</a:t>
            </a:r>
          </a:p>
          <a:p>
            <a:pPr lvl="0"/>
            <a:r>
              <a:rPr/>
              <a:t>Follow documented procedures and work instructions for your role</a:t>
            </a:r>
          </a:p>
          <a:p>
            <a:pPr lvl="0"/>
            <a:r>
              <a:rPr/>
              <a:t>Report non-conformities and near-misses through the QMS portal</a:t>
            </a:r>
          </a:p>
          <a:p>
            <a:pPr lvl="0"/>
            <a:r>
              <a:rPr/>
              <a:t>Participate in quality improvement initiatives and retrospectives</a:t>
            </a:r>
          </a:p>
          <a:p>
            <a:pPr lvl="0"/>
            <a:r>
              <a:rPr/>
              <a:t>Complete quality-related training on time</a:t>
            </a:r>
          </a:p>
          <a:p>
            <a:pPr lvl="0"/>
            <a:r>
              <a:rPr/>
              <a:t>Suggest process improvements — every idea is valued</a:t>
            </a:r>
          </a:p>
          <a:p>
            <a:pPr lvl="0" indent="0" marL="0">
              <a:buNone/>
            </a:pPr>
            <a:r>
              <a:rPr/>
              <a:t>Quality Manager: quality@firstdigital.com • Ext. 4700</a:t>
            </a:r>
          </a:p>
          <a:p>
            <a:pPr lvl="0" indent="0" marL="0">
              <a:buNone/>
            </a:pPr>
            <a:r>
              <a:rPr/>
              <a:t>4 / 4 • First Digital — DWx Policy Manager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Management System Overview</dc:title>
  <dc:creator>First Digital — DWx Policy Manager</dc:creator>
  <cp:keywords/>
  <cp:category>Operations</cp:category>
  <dcterms:created xsi:type="dcterms:W3CDTF">2026-04-11T22:11:56Z</dcterms:created>
  <dcterms:modified xsi:type="dcterms:W3CDTF">2026-04-11T22:11:56Z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Presentation</vt:lpwstr>
  </property>
</Properties>
</file>