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Cyber Incident Response Playbook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First Digital — DWx Policy Manager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Cyber Incident Response Playbook</a:t>
            </a:r>
          </a:p>
          <a:p>
            <a:pPr lvl="0" indent="0" marL="0">
              <a:buNone/>
            </a:pPr>
            <a:r>
              <a:rPr/>
              <a:t>First Digital — IT Security Operations</a:t>
            </a:r>
          </a:p>
          <a:p>
            <a:pPr lvl="0" indent="0" marL="0">
              <a:buNone/>
            </a:pPr>
            <a:r>
              <a:rPr/>
              <a:t>This playbook defines the procedures for detecting, responding to, and recovering from cybersecurity incidents. A well-rehearsed response minimises damage and recovery time.</a:t>
            </a:r>
          </a:p>
          <a:p>
            <a:pPr lvl="0" indent="0" marL="0">
              <a:buNone/>
            </a:pPr>
            <a:r>
              <a:rPr b="1"/>
              <a:t>1. Detect</a:t>
            </a:r>
          </a:p>
          <a:p>
            <a:pPr lvl="0" indent="0" marL="0">
              <a:buNone/>
            </a:pPr>
            <a:r>
              <a:rPr b="1"/>
              <a:t>2. Triage</a:t>
            </a:r>
          </a:p>
          <a:p>
            <a:pPr lvl="0" indent="0" marL="0">
              <a:buNone/>
            </a:pPr>
            <a:r>
              <a:rPr b="1"/>
              <a:t>3. Contain</a:t>
            </a:r>
          </a:p>
          <a:p>
            <a:pPr lvl="0" indent="0" marL="0">
              <a:buNone/>
            </a:pPr>
            <a:r>
              <a:rPr b="1"/>
              <a:t>4. Eradicate</a:t>
            </a:r>
          </a:p>
          <a:p>
            <a:pPr lvl="0" indent="0" marL="0">
              <a:buNone/>
            </a:pPr>
            <a:r>
              <a:rPr b="1"/>
              <a:t>5. Recover</a:t>
            </a:r>
          </a:p>
          <a:p>
            <a:pPr lvl="0" indent="0" marL="0">
              <a:buNone/>
            </a:pPr>
            <a:r>
              <a:rPr b="1"/>
              <a:t>6. Learn</a:t>
            </a:r>
          </a:p>
          <a:p>
            <a:pPr lvl="0" indent="0" marL="0">
              <a:buNone/>
            </a:pPr>
            <a:r>
              <a:rPr/>
              <a:t>1 / 5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Severity Classification</a:t>
            </a:r>
          </a:p>
          <a:p>
            <a:pPr lvl="0" indent="0" marL="0">
              <a:buNone/>
            </a:pPr>
            <a:r>
              <a:rPr/>
              <a:t>2 / 5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Containment Actions</a:t>
            </a:r>
          </a:p>
          <a:p>
            <a:pPr lvl="0" indent="0" marL="0">
              <a:buNone/>
            </a:pPr>
            <a:r>
              <a:rPr b="1"/>
              <a:t>Golden Rule:</a:t>
            </a:r>
            <a:r>
              <a:rPr/>
              <a:t> Contain first, investigate second. Stop the bleeding before performing forensics.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Immediate Containment (First 30 Minutes)</a:t>
            </a:r>
          </a:p>
          <a:p>
            <a:pPr lvl="0"/>
            <a:r>
              <a:rPr/>
              <a:t>Isolate affected systems from the network (do NOT power off — preserve evidence)</a:t>
            </a:r>
          </a:p>
          <a:p>
            <a:pPr lvl="0"/>
            <a:r>
              <a:rPr/>
              <a:t>Disable compromised user accounts</a:t>
            </a:r>
          </a:p>
          <a:p>
            <a:pPr lvl="0"/>
            <a:r>
              <a:rPr/>
              <a:t>Block malicious IPs, domains, and file hashes at firewall/EDR</a:t>
            </a:r>
          </a:p>
          <a:p>
            <a:pPr lvl="0"/>
            <a:r>
              <a:rPr/>
              <a:t>Revoke active sessions and force MFA re-authentication</a:t>
            </a:r>
          </a:p>
          <a:p>
            <a:pPr lvl="0"/>
            <a:r>
              <a:rPr/>
              <a:t>Activate incident bridge (Teams: "Incident Response" channel)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Extended Containment</a:t>
            </a:r>
          </a:p>
          <a:p>
            <a:pPr lvl="0"/>
            <a:r>
              <a:rPr/>
              <a:t>Deploy temporary monitoring rules for lateral movement detection</a:t>
            </a:r>
          </a:p>
          <a:p>
            <a:pPr lvl="0"/>
            <a:r>
              <a:rPr/>
              <a:t>Snapshot affected VMs for forensic analysis</a:t>
            </a:r>
          </a:p>
          <a:p>
            <a:pPr lvl="0"/>
            <a:r>
              <a:rPr/>
              <a:t>Engage external IR retainer if P1 (CrowdStrike: contract #FD-IR-2026)</a:t>
            </a:r>
          </a:p>
          <a:p>
            <a:pPr lvl="0" indent="0" marL="0">
              <a:buNone/>
            </a:pPr>
            <a:r>
              <a:rPr/>
              <a:t>3 / 5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Communication &amp; Notification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Internal Escalation (All Severities)</a:t>
            </a:r>
          </a:p>
          <a:p>
            <a:pPr lvl="0"/>
            <a:r>
              <a:rPr b="1"/>
              <a:t>P1:</a:t>
            </a:r>
            <a:r>
              <a:rPr/>
              <a:t> CISO + CTO + CEO + Legal within 30 minutes. Board notified within 4 hours.</a:t>
            </a:r>
          </a:p>
          <a:p>
            <a:pPr lvl="0"/>
            <a:r>
              <a:rPr b="1"/>
              <a:t>P2:</a:t>
            </a:r>
            <a:r>
              <a:rPr/>
              <a:t> CISO + CTO within 1 hour. CEO if data involved.</a:t>
            </a:r>
          </a:p>
          <a:p>
            <a:pPr lvl="0"/>
            <a:r>
              <a:rPr b="1"/>
              <a:t>P3-P4:</a:t>
            </a:r>
            <a:r>
              <a:rPr/>
              <a:t> IT Security Manager within 4 hours. CISO in daily summary.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External Notification Requirements</a:t>
            </a:r>
          </a:p>
          <a:p>
            <a:pPr lvl="0"/>
            <a:r>
              <a:rPr b="1"/>
              <a:t>GDPR:</a:t>
            </a:r>
            <a:r>
              <a:rPr/>
              <a:t> Supervisory authority within 72 hours of confirmed personal data breach</a:t>
            </a:r>
          </a:p>
          <a:p>
            <a:pPr lvl="0"/>
            <a:r>
              <a:rPr b="1"/>
              <a:t>OAIC:</a:t>
            </a:r>
            <a:r>
              <a:rPr/>
              <a:t> Australian Privacy Act — Notifiable Data Breach scheme (eligible data breach)</a:t>
            </a:r>
          </a:p>
          <a:p>
            <a:pPr lvl="0"/>
            <a:r>
              <a:rPr b="1"/>
              <a:t>Clients:</a:t>
            </a:r>
            <a:r>
              <a:rPr/>
              <a:t> Contractual notification obligations per agreement (typically 48 hours)</a:t>
            </a:r>
          </a:p>
          <a:p>
            <a:pPr lvl="0"/>
            <a:r>
              <a:rPr b="1"/>
              <a:t>Law enforcement:</a:t>
            </a:r>
            <a:r>
              <a:rPr/>
              <a:t> When criminal activity is suspected (coordinate with Legal)</a:t>
            </a:r>
          </a:p>
          <a:p>
            <a:pPr lvl="0" indent="0" marL="0">
              <a:buNone/>
            </a:pPr>
            <a:r>
              <a:rPr/>
              <a:t>4 / 5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Incident Response Team</a:t>
            </a:r>
          </a:p>
          <a:p>
            <a:pPr lvl="0" indent="0" marL="0">
              <a:buNone/>
            </a:pPr>
            <a:r>
              <a:rPr/>
              <a:t>Key contacts and roles</a:t>
            </a:r>
          </a:p>
          <a:p>
            <a:pPr lvl="0" indent="0" marL="0">
              <a:buNone/>
            </a:pPr>
            <a:r>
              <a:rPr/>
              <a:t>24/7 Security Operations: security@firstdigital.com • Ext. 4510</a:t>
            </a:r>
          </a:p>
          <a:p>
            <a:pPr lvl="0" indent="0" marL="0">
              <a:buNone/>
            </a:pPr>
            <a:r>
              <a:rPr/>
              <a:t>5 / 5 • First Digital — DWx Policy Manager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 Incident Response Playbook</dc:title>
  <dc:creator>First Digital — DWx Policy Manager</dc:creator>
  <cp:keywords/>
  <cp:category>Information Technology</cp:category>
  <dcterms:created xsi:type="dcterms:W3CDTF">2026-04-11T22:11:52Z</dcterms:created>
  <dcterms:modified xsi:type="dcterms:W3CDTF">2026-04-11T22:11:52Z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format">
    <vt:lpwstr>Presentation</vt:lpwstr>
  </property>
</Properties>
</file>