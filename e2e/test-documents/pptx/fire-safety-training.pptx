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Fire Safety and Evacuation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Fire Safety &amp; Evacuation Training</a:t>
            </a:r>
          </a:p>
          <a:p>
            <a:pPr lvl="0" indent="0" marL="0">
              <a:buNone/>
            </a:pPr>
            <a:r>
              <a:rPr/>
              <a:t>First Digital — Mandatory WHS Training 2026</a:t>
            </a:r>
          </a:p>
          <a:p>
            <a:pPr lvl="0" indent="0" marL="0">
              <a:buNone/>
            </a:pPr>
            <a:r>
              <a:rPr/>
              <a:t>Know your role, know your exits, know the plan. This training covers fire prevention, extinguisher use, and evacuation procedures for all First Digital offices.</a:t>
            </a:r>
          </a:p>
          <a:p>
            <a:pPr lvl="0" indent="0" marL="0">
              <a:buNone/>
            </a:pPr>
            <a:r>
              <a:rPr b="1"/>
              <a:t>Emergency Number:</a:t>
            </a:r>
            <a:r>
              <a:rPr/>
              <a:t> Dial 000 (or 112 from mobile) for Fire, Ambulance, or Police. Internal emergency extension: 9999.</a:t>
            </a:r>
          </a:p>
          <a:p>
            <a:pPr lvl="0" indent="0" marL="0">
              <a:buNone/>
            </a:pPr>
            <a:r>
              <a:rPr/>
              <a:t>1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Fire Prevention</a:t>
            </a:r>
          </a:p>
          <a:p>
            <a:pPr lvl="0"/>
            <a:r>
              <a:rPr/>
              <a:t>Keep fire exits, corridors, and stairwells clear at all times</a:t>
            </a:r>
          </a:p>
          <a:p>
            <a:pPr lvl="0"/>
            <a:r>
              <a:rPr/>
              <a:t>Do not overload power boards or daisy-chain extension leads</a:t>
            </a:r>
          </a:p>
          <a:p>
            <a:pPr lvl="0"/>
            <a:r>
              <a:rPr/>
              <a:t>Report any damaged electrical equipment immediately</a:t>
            </a:r>
          </a:p>
          <a:p>
            <a:pPr lvl="0"/>
            <a:r>
              <a:rPr/>
              <a:t>Store flammable materials in designated cabinets only</a:t>
            </a:r>
          </a:p>
          <a:p>
            <a:pPr lvl="0"/>
            <a:r>
              <a:rPr/>
              <a:t>Never prop open fire doors</a:t>
            </a:r>
          </a:p>
          <a:p>
            <a:pPr lvl="0"/>
            <a:r>
              <a:rPr/>
              <a:t>Switch off non-essential equipment at the end of the day</a:t>
            </a:r>
          </a:p>
          <a:p>
            <a:pPr lvl="0"/>
            <a:r>
              <a:rPr/>
              <a:t>Know the location of fire extinguishers and blankets on your floor</a:t>
            </a:r>
          </a:p>
          <a:p>
            <a:pPr lvl="0"/>
            <a:r>
              <a:rPr/>
              <a:t>Keep kitchen appliances clean and attend to cooking at all times</a:t>
            </a:r>
          </a:p>
          <a:p>
            <a:pPr lvl="0" indent="0" marL="0">
              <a:buNone/>
            </a:pPr>
            <a:r>
              <a:rPr/>
              <a:t>2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Using a Fire Extinguisher — PASS Method</a:t>
            </a:r>
          </a:p>
          <a:p>
            <a:pPr lvl="0" indent="0" marL="0">
              <a:buNone/>
            </a:pPr>
            <a:r>
              <a:rPr/>
              <a:t>Only attempt to fight a fire if it is small, contained, and you have a clear escape route behind you.</a:t>
            </a:r>
          </a:p>
          <a:p>
            <a:pPr lvl="0" indent="0" marL="0">
              <a:buNone/>
            </a:pPr>
            <a:r>
              <a:rPr/>
              <a:t>P</a:t>
            </a:r>
          </a:p>
          <a:p>
            <a:pPr lvl="0" indent="0" marL="0">
              <a:buNone/>
            </a:pPr>
            <a:r>
              <a:rPr/>
              <a:t>PULL the pin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AIM at the base of the fire</a:t>
            </a:r>
          </a:p>
          <a:p>
            <a:pPr lvl="0" indent="0" marL="0">
              <a:buNone/>
            </a:pPr>
            <a:r>
              <a:rPr/>
              <a:t>S</a:t>
            </a:r>
          </a:p>
          <a:p>
            <a:pPr lvl="0" indent="0" marL="0">
              <a:buNone/>
            </a:pPr>
            <a:r>
              <a:rPr/>
              <a:t>SQUEEZE the handle</a:t>
            </a:r>
          </a:p>
          <a:p>
            <a:pPr lvl="0" indent="0" marL="0">
              <a:buNone/>
            </a:pPr>
            <a:r>
              <a:rPr/>
              <a:t>S</a:t>
            </a:r>
          </a:p>
          <a:p>
            <a:pPr lvl="0" indent="0" marL="0">
              <a:buNone/>
            </a:pPr>
            <a:r>
              <a:rPr/>
              <a:t>SWEEP side to side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If the fire is larger than a rubbish bin, spreading rapidly, or producing toxic smoke — do NOT attempt to fight it. Evacuate immediately and call 000.</a:t>
            </a:r>
          </a:p>
          <a:p>
            <a:pPr lvl="0" indent="0" marL="0">
              <a:buNone/>
            </a:pPr>
            <a:r>
              <a:rPr/>
              <a:t>3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Evacuation Procedure</a:t>
            </a:r>
          </a:p>
          <a:p>
            <a:pPr lvl="0" indent="0" marL="0">
              <a:buNone/>
            </a:pPr>
            <a:r>
              <a:rPr/>
              <a:t>1</a:t>
            </a:r>
            <a:r>
              <a:rPr b="1"/>
              <a:t>Alarm Sounds</a:t>
            </a:r>
          </a:p>
          <a:p>
            <a:pPr lvl="0" indent="0" marL="0">
              <a:buNone/>
            </a:pPr>
            <a:r>
              <a:rPr/>
              <a:t>Stop work immediately. Do not collect personal belongings.</a:t>
            </a:r>
          </a:p>
          <a:p>
            <a:pPr lvl="0" indent="0" marL="0">
              <a:buNone/>
            </a:pPr>
            <a:r>
              <a:rPr/>
              <a:t>2</a:t>
            </a:r>
            <a:r>
              <a:rPr b="1"/>
              <a:t>Follow Wardens</a:t>
            </a:r>
          </a:p>
          <a:p>
            <a:pPr lvl="0" indent="0" marL="0">
              <a:buNone/>
            </a:pPr>
            <a:r>
              <a:rPr/>
              <a:t>Floor Wardens wear orange vests. Follow their instructions.</a:t>
            </a:r>
          </a:p>
          <a:p>
            <a:pPr lvl="0" indent="0" marL="0">
              <a:buNone/>
            </a:pPr>
            <a:r>
              <a:rPr/>
              <a:t>3</a:t>
            </a:r>
            <a:r>
              <a:rPr b="1"/>
              <a:t>Use Stairs</a:t>
            </a:r>
          </a:p>
          <a:p>
            <a:pPr lvl="0" indent="0" marL="0">
              <a:buNone/>
            </a:pPr>
            <a:r>
              <a:rPr/>
              <a:t>Never use lifts during evacuation. Assist anyone who needs help.</a:t>
            </a:r>
          </a:p>
          <a:p>
            <a:pPr lvl="0" indent="0" marL="0">
              <a:buNone/>
            </a:pPr>
            <a:r>
              <a:rPr/>
              <a:t>4</a:t>
            </a:r>
            <a:r>
              <a:rPr b="1"/>
              <a:t>Assembly Point</a:t>
            </a:r>
          </a:p>
          <a:p>
            <a:pPr lvl="0" indent="0" marL="0">
              <a:buNone/>
            </a:pPr>
            <a:r>
              <a:rPr/>
              <a:t>Proceed to your designated assembly point. Sydney: Martin Place.</a:t>
            </a:r>
          </a:p>
          <a:p>
            <a:pPr lvl="0" indent="0" marL="0">
              <a:buNone/>
            </a:pPr>
            <a:r>
              <a:rPr/>
              <a:t>5</a:t>
            </a:r>
            <a:r>
              <a:rPr b="1"/>
              <a:t>Roll Call</a:t>
            </a:r>
          </a:p>
          <a:p>
            <a:pPr lvl="0" indent="0" marL="0">
              <a:buNone/>
            </a:pPr>
            <a:r>
              <a:rPr/>
              <a:t>Report to your Floor Warden for headcount. Stay at assembly point.</a:t>
            </a:r>
          </a:p>
          <a:p>
            <a:pPr lvl="0" indent="0" marL="0">
              <a:buNone/>
            </a:pPr>
            <a:r>
              <a:rPr/>
              <a:t>6</a:t>
            </a:r>
            <a:r>
              <a:rPr b="1"/>
              <a:t>All Clear</a:t>
            </a:r>
          </a:p>
          <a:p>
            <a:pPr lvl="0" indent="0" marL="0">
              <a:buNone/>
            </a:pPr>
            <a:r>
              <a:rPr/>
              <a:t>Return to the building only when the Chief Warden gives the all-clear.</a:t>
            </a:r>
          </a:p>
          <a:p>
            <a:pPr lvl="0" indent="0" marL="0">
              <a:buNone/>
            </a:pPr>
            <a:r>
              <a:rPr/>
              <a:t>4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buNone/>
            </a:pPr>
            <a:r>
              <a:rPr/>
              <a:t>Fire safety is everyone's responsibility</a:t>
            </a:r>
          </a:p>
          <a:p>
            <a:pPr lvl="0" indent="-342900" marL="342900">
              <a:buAutoNum type="arabicPeriod"/>
            </a:pPr>
            <a:r>
              <a:rPr/>
              <a:t>Know your two nearest fire exits</a:t>
            </a:r>
          </a:p>
          <a:p>
            <a:pPr lvl="0" indent="-342900" marL="342900">
              <a:buAutoNum type="arabicPeriod"/>
            </a:pPr>
            <a:r>
              <a:rPr/>
              <a:t>Know the location of fire extinguishers on your floor</a:t>
            </a:r>
          </a:p>
          <a:p>
            <a:pPr lvl="0" indent="-342900" marL="342900">
              <a:buAutoNum type="arabicPeriod"/>
            </a:pPr>
            <a:r>
              <a:rPr/>
              <a:t>Know your Floor Warden</a:t>
            </a:r>
          </a:p>
          <a:p>
            <a:pPr lvl="0" indent="-342900" marL="342900">
              <a:buAutoNum type="arabicPeriod"/>
            </a:pPr>
            <a:r>
              <a:rPr/>
              <a:t>Know your assembly point</a:t>
            </a:r>
          </a:p>
          <a:p>
            <a:pPr lvl="0" indent="-342900" marL="342900">
              <a:buAutoNum type="arabicPeriod"/>
            </a:pPr>
            <a:r>
              <a:rPr/>
              <a:t>Never ignore an alarm — treat every alarm as real</a:t>
            </a:r>
          </a:p>
          <a:p>
            <a:pPr lvl="0" indent="0" marL="0">
              <a:buNone/>
            </a:pPr>
            <a:r>
              <a:rPr/>
              <a:t>Next fire drill: Q3 2026 • WHS Contact: whs@firstdigital.com</a:t>
            </a:r>
          </a:p>
          <a:p>
            <a:pPr lvl="0" indent="0" marL="0">
              <a:buNone/>
            </a:pPr>
            <a:r>
              <a:rPr/>
              <a:t>5 / 5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Safety and Evacuation Training</dc:title>
  <dc:creator>First Digital — DWx Policy Manager</dc:creator>
  <cp:keywords/>
  <cp:category>Work Health &amp; Safety</cp:category>
  <dcterms:created xsi:type="dcterms:W3CDTF">2026-04-11T22:11:54Z</dcterms:created>
  <dcterms:modified xsi:type="dcterms:W3CDTF">2026-04-11T22:11:54Z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